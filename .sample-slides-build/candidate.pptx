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08004d8a8141d6" /><Relationship Type="http://schemas.openxmlformats.org/officeDocument/2006/relationships/extended-properties" Target="/docProps/app.xml" Id="R0623b11e4c254394" /><Relationship Type="http://schemas.openxmlformats.org/officeDocument/2006/relationships/officeDocument" Target="/ppt/presentation.xml" Id="R61bf279ff87e40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6c54c0e46f4b8c"/>
  </p:sldMasterIdLst>
  <p:notesMasterIdLst>
    <p:notesMasterId xmlns:r="http://schemas.openxmlformats.org/officeDocument/2006/relationships" r:id="R286cd76c685d448e"/>
  </p:notesMasterIdLst>
  <p:sldIdLst>
    <p:sldId xmlns:r="http://schemas.openxmlformats.org/officeDocument/2006/relationships" id="256" r:id="R2b7ff5fc4f2747ca"/>
    <p:sldId xmlns:r="http://schemas.openxmlformats.org/officeDocument/2006/relationships" id="257" r:id="R0b0712a09ecf4161"/>
    <p:sldId xmlns:r="http://schemas.openxmlformats.org/officeDocument/2006/relationships" id="258" r:id="Rbb8d0edff8a54249"/>
    <p:sldId xmlns:r="http://schemas.openxmlformats.org/officeDocument/2006/relationships" id="259" r:id="Rf10e3e3c00514247"/>
    <p:sldId xmlns:r="http://schemas.openxmlformats.org/officeDocument/2006/relationships" id="260" r:id="R9473ed18f8434a09"/>
    <p:sldId xmlns:r="http://schemas.openxmlformats.org/officeDocument/2006/relationships" id="261" r:id="R6aee817e41df4d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d2cd8f7856421d" /><Relationship Type="http://schemas.openxmlformats.org/officeDocument/2006/relationships/slideMaster" Target="/ppt/slideMasters/slideMaster1.xml" Id="Rab6c54c0e46f4b8c" /><Relationship Type="http://schemas.openxmlformats.org/officeDocument/2006/relationships/notesMaster" Target="/ppt/notesMasters/notesMaster1.xml" Id="R286cd76c685d448e" /><Relationship Type="http://schemas.openxmlformats.org/officeDocument/2006/relationships/presProps" Target="/ppt/presProps.xml" Id="R125dc8084d454baf" /><Relationship Type="http://schemas.openxmlformats.org/officeDocument/2006/relationships/tableStyles" Target="/ppt/tableStyles.xml" Id="R18cc83451fc94720" /><Relationship Type="http://schemas.openxmlformats.org/officeDocument/2006/relationships/slide" Target="/ppt/slides/slide1.xml" Id="R2b7ff5fc4f2747ca" /><Relationship Type="http://schemas.openxmlformats.org/officeDocument/2006/relationships/slide" Target="/ppt/slides/slide2.xml" Id="R0b0712a09ecf4161" /><Relationship Type="http://schemas.openxmlformats.org/officeDocument/2006/relationships/slide" Target="/ppt/slides/slide3.xml" Id="Rbb8d0edff8a54249" /><Relationship Type="http://schemas.openxmlformats.org/officeDocument/2006/relationships/slide" Target="/ppt/slides/slide4.xml" Id="Rf10e3e3c00514247" /><Relationship Type="http://schemas.openxmlformats.org/officeDocument/2006/relationships/slide" Target="/ppt/slides/slide5.xml" Id="R9473ed18f8434a09" /><Relationship Type="http://schemas.openxmlformats.org/officeDocument/2006/relationships/slide" Target="/ppt/slides/slide6.xml" Id="R6aee817e41df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a81ae10d845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7e7f9c71a347f8" /><Relationship Type="http://schemas.openxmlformats.org/officeDocument/2006/relationships/notesMaster" Target="/ppt/notesMasters/notesMaster1.xml" Id="R71c5b9c2c943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a6dd84d42496b" /><Relationship Type="http://schemas.openxmlformats.org/officeDocument/2006/relationships/notesMaster" Target="/ppt/notesMasters/notesMaster1.xml" Id="R70abad6df58e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d0151ebfd54f5b" /><Relationship Type="http://schemas.openxmlformats.org/officeDocument/2006/relationships/notesMaster" Target="/ppt/notesMasters/notesMaster1.xml" Id="R3feb4fb562874f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4110efb12c49c1" /><Relationship Type="http://schemas.openxmlformats.org/officeDocument/2006/relationships/notesMaster" Target="/ppt/notesMasters/notesMaster1.xml" Id="R354dae1429a044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b0a0fcc45645cd" /><Relationship Type="http://schemas.openxmlformats.org/officeDocument/2006/relationships/notesMaster" Target="/ppt/notesMasters/notesMaster1.xml" Id="R234517baa6a845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26b8fa5d894144" /><Relationship Type="http://schemas.openxmlformats.org/officeDocument/2006/relationships/notesMaster" Target="/ppt/notesMasters/notesMaster1.xml" Id="Rf4d28e3eee70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ab20d6368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f0e3f092e64e8c" /><Relationship Type="http://schemas.openxmlformats.org/officeDocument/2006/relationships/slideLayout" Target="/ppt/slideLayouts/slideLayout1.xml" Id="R3f75c3b6cb28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75c3b6cb28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f096f1f874aec" /><Relationship Type="http://schemas.openxmlformats.org/officeDocument/2006/relationships/notesSlide" Target="/ppt/notesSlides/notesSlide1.xml" Id="R7d562cef135349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beabbb185473f" /><Relationship Type="http://schemas.openxmlformats.org/officeDocument/2006/relationships/notesSlide" Target="/ppt/notesSlides/notesSlide2.xml" Id="R3a8f6e447bee4d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31413625848db" /><Relationship Type="http://schemas.openxmlformats.org/officeDocument/2006/relationships/notesSlide" Target="/ppt/notesSlides/notesSlide3.xml" Id="Rd756d407483045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1955e5ad84c2b" /><Relationship Type="http://schemas.openxmlformats.org/officeDocument/2006/relationships/notesSlide" Target="/ppt/notesSlides/notesSlide4.xml" Id="R21b36ed648974d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35bb362747ad" /><Relationship Type="http://schemas.openxmlformats.org/officeDocument/2006/relationships/notesSlide" Target="/ppt/notesSlides/notesSlide5.xml" Id="Raaa4a49fdf1c43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ccd3ffeb04a5a" /><Relationship Type="http://schemas.openxmlformats.org/officeDocument/2006/relationships/notesSlide" Target="/ppt/notesSlides/notesSlide6.xml" Id="R04976cbf457d48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25887-F3D3-4205-8EC3-EFF11296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アイデア共有会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9C2A9-CE24-45BA-A6C1-575F6161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チームの</a:t>
            </a:r>
          </a:p>
          <a:p xmlns:a="http://schemas.openxmlformats.org/drawingml/2006/main">
            <a:pPr>
              <a:defRPr sz="37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アイデア共有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30E2E-633D-454E-A76B-C3274EA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小さな気づきから、次の一歩へ。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9C64A-175E-43FB-A062-0AB4364C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8860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EEC4F-0D9A-4B59-8338-6A7C22E1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アイデア共有会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44963-8915-49B2-B51C-7714B08D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今日のテーマ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41224-80FE-40B5-81A9-9E0CC963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日々の仕事で感じる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「もう少し、こうだったら」を考えます。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160C8-DCCE-4D18-83A3-7070539B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9748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1BD82-EC91-4813-A4BD-6FF262E7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アイデア共有会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7217E-BC5A-4ED1-BE46-A1129BD2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アイデアのヒント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F5174-C88F-46B5-B27E-E5893439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時間がかかっていること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何度も聞かれること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少し工夫すると楽になること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AAEDE-9F48-443D-81CB-C24C80AD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8673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BECA3-AE3B-41D6-B4A1-8CED389D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アイデア共有会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E0FFE-5596-4B0E-A4FC-BA5B01FD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共有のしかた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1F792-713E-4780-BC3D-C3128181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思いついたことを、短い言葉で。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まだまとまっていなくても大丈夫です。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E4EB4-0F09-43D6-8085-9C419FB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4110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E7734-A98F-4461-92D3-844FEB6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アイデア共有会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B1F63-FD2E-472C-9B59-3903433B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次に試すこと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2E7CD-E711-4884-AD6F-52E24FC0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集まったアイデアから、ひとつ選ぶ。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小さく試して、気づきを持ち寄る。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499C0-2945-45B0-A840-83ACE4F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1734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5E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890DE-87C4-464F-9C02-69B29C4E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808A94"/>
                </a:solidFill>
                <a:latin typeface="Hiragino Sans"/>
                <a:ea typeface="Hiragino Sans"/>
                <a:cs typeface="Hiragino Sans"/>
              </a:rPr>
              <a:t>アイデア共有会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C1459-B4BD-4B0D-8A57-33E927C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0">
                <a:solidFill>
                  <a:srgbClr val="56616D"/>
                </a:solidFill>
                <a:latin typeface="Hiragino Sans"/>
                <a:ea typeface="Hiragino Sans"/>
                <a:cs typeface="Hiragino Sans"/>
              </a:rPr>
              <a:t>質問・感想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D181F-C2C9-4490-A23F-CD7B9970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気になったことや、</a:t>
            </a:r>
          </a:p>
          <a:p xmlns:a="http://schemas.openxmlformats.org/drawingml/2006/main">
            <a:pPr>
              <a:def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737E89"/>
                </a:solidFill>
                <a:latin typeface="Hiragino Sans"/>
                <a:ea typeface="Hiragino Sans"/>
                <a:cs typeface="Hiragino Sans"/>
              </a:rPr>
              <a:t>試してみたいことを教えてください。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C7A7E-44EA-48A3-A974-EEB83C68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5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89939C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0872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2026-09-21T05:53:31.0360000Z</dcterms:created>
  <dcterms:modified xsi:type="dcterms:W3CDTF">2026-09-21T05:53:31.0360000Z</dcterms:modified>
</coreProperties>
</file>
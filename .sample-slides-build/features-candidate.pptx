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16a1aa136a64f27" /><Relationship Type="http://schemas.openxmlformats.org/officeDocument/2006/relationships/extended-properties" Target="/docProps/app.xml" Id="R4d01f2d7011d4a1e" /><Relationship Type="http://schemas.openxmlformats.org/officeDocument/2006/relationships/officeDocument" Target="/ppt/presentation.xml" Id="R2a07c2896ff9484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fd17da481e64020"/>
  </p:sldMasterIdLst>
  <p:notesMasterIdLst>
    <p:notesMasterId xmlns:r="http://schemas.openxmlformats.org/officeDocument/2006/relationships" r:id="Ra68b50ed122542de"/>
  </p:notesMasterIdLst>
  <p:sldIdLst>
    <p:sldId xmlns:r="http://schemas.openxmlformats.org/officeDocument/2006/relationships" id="256" r:id="Rbe50b4e6d8b64b45"/>
    <p:sldId xmlns:r="http://schemas.openxmlformats.org/officeDocument/2006/relationships" id="257" r:id="Rb96037a5b02a4ac8"/>
    <p:sldId xmlns:r="http://schemas.openxmlformats.org/officeDocument/2006/relationships" id="258" r:id="Rd8e3bbf116d74e22"/>
    <p:sldId xmlns:r="http://schemas.openxmlformats.org/officeDocument/2006/relationships" id="259" r:id="R15064b4fddfd4f73"/>
    <p:sldId xmlns:r="http://schemas.openxmlformats.org/officeDocument/2006/relationships" id="260" r:id="R7f622a8ce3fc40bd"/>
    <p:sldId xmlns:r="http://schemas.openxmlformats.org/officeDocument/2006/relationships" id="261" r:id="R99e1b14f76dc4e3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c18cf0fc1194be0" /><Relationship Type="http://schemas.openxmlformats.org/officeDocument/2006/relationships/slideMaster" Target="/ppt/slideMasters/slideMaster1.xml" Id="R1fd17da481e64020" /><Relationship Type="http://schemas.openxmlformats.org/officeDocument/2006/relationships/notesMaster" Target="/ppt/notesMasters/notesMaster1.xml" Id="Ra68b50ed122542de" /><Relationship Type="http://schemas.openxmlformats.org/officeDocument/2006/relationships/presProps" Target="/ppt/presProps.xml" Id="Rac0683c5c4a84cb7" /><Relationship Type="http://schemas.openxmlformats.org/officeDocument/2006/relationships/tableStyles" Target="/ppt/tableStyles.xml" Id="R9157d833f6b74e2f" /><Relationship Type="http://schemas.openxmlformats.org/officeDocument/2006/relationships/slide" Target="/ppt/slides/slide1.xml" Id="Rbe50b4e6d8b64b45" /><Relationship Type="http://schemas.openxmlformats.org/officeDocument/2006/relationships/slide" Target="/ppt/slides/slide2.xml" Id="Rb96037a5b02a4ac8" /><Relationship Type="http://schemas.openxmlformats.org/officeDocument/2006/relationships/slide" Target="/ppt/slides/slide3.xml" Id="Rd8e3bbf116d74e22" /><Relationship Type="http://schemas.openxmlformats.org/officeDocument/2006/relationships/slide" Target="/ppt/slides/slide4.xml" Id="R15064b4fddfd4f73" /><Relationship Type="http://schemas.openxmlformats.org/officeDocument/2006/relationships/slide" Target="/ppt/slides/slide5.xml" Id="R7f622a8ce3fc40bd" /><Relationship Type="http://schemas.openxmlformats.org/officeDocument/2006/relationships/slide" Target="/ppt/slides/slide6.xml" Id="R99e1b14f76dc4e3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e495a394c95422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92a62fb85c44720" /><Relationship Type="http://schemas.openxmlformats.org/officeDocument/2006/relationships/notesMaster" Target="/ppt/notesMasters/notesMaster1.xml" Id="R5f5d8cb5503b45a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2d691f3f5be4bd8" /><Relationship Type="http://schemas.openxmlformats.org/officeDocument/2006/relationships/notesMaster" Target="/ppt/notesMasters/notesMaster1.xml" Id="R6db22db8d041490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62dcc91c23d4035" /><Relationship Type="http://schemas.openxmlformats.org/officeDocument/2006/relationships/notesMaster" Target="/ppt/notesMasters/notesMaster1.xml" Id="Ra9828ba98dd8468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b7f4d9a501a4fe9" /><Relationship Type="http://schemas.openxmlformats.org/officeDocument/2006/relationships/notesMaster" Target="/ppt/notesMasters/notesMaster1.xml" Id="Rc621ba0e6c8b4e4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b6ab306ef2148ed" /><Relationship Type="http://schemas.openxmlformats.org/officeDocument/2006/relationships/notesMaster" Target="/ppt/notesMasters/notesMaster1.xml" Id="Rd87d0408f99940c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b6a79bca612479e" /><Relationship Type="http://schemas.openxmlformats.org/officeDocument/2006/relationships/notesMaster" Target="/ppt/notesMasters/notesMaster1.xml" Id="Rf08403369b33419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79448e6a9f4ad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02327bdb7c24cfe" /><Relationship Type="http://schemas.openxmlformats.org/officeDocument/2006/relationships/slideLayout" Target="/ppt/slideLayouts/slideLayout1.xml" Id="R6f1019dc211b480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f1019dc211b480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2104f0dab04ce4" /><Relationship Type="http://schemas.openxmlformats.org/officeDocument/2006/relationships/notesSlide" Target="/ppt/notesSlides/notesSlide1.xml" Id="R0eb1a43ea112429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e32576e89b417c" /><Relationship Type="http://schemas.openxmlformats.org/officeDocument/2006/relationships/notesSlide" Target="/ppt/notesSlides/notesSlide2.xml" Id="R81ec0832a0da4bf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17234e3f6e4394" /><Relationship Type="http://schemas.openxmlformats.org/officeDocument/2006/relationships/notesSlide" Target="/ppt/notesSlides/notesSlide3.xml" Id="R3088a8771f0a4d8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733c7731244c60" /><Relationship Type="http://schemas.openxmlformats.org/officeDocument/2006/relationships/notesSlide" Target="/ppt/notesSlides/notesSlide4.xml" Id="R666ee606b5da4f1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7e512f6e934a28" /><Relationship Type="http://schemas.openxmlformats.org/officeDocument/2006/relationships/notesSlide" Target="/ppt/notesSlides/notesSlide5.xml" Id="R5a5befd8abdd47e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f9b92680464dfd" /><Relationship Type="http://schemas.openxmlformats.org/officeDocument/2006/relationships/notesSlide" Target="/ppt/notesSlides/notesSlide6.xml" Id="R8cc45f35035749c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E5E8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C78ECF-0D1D-4D02-82EE-F63E77BE5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960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08A94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808A94"/>
                </a:solidFill>
                <a:latin typeface="Hiragino Sans"/>
                <a:ea typeface="Hiragino Sans"/>
                <a:cs typeface="Hiragino Sans"/>
              </a:rPr>
              <a:t>LayerTalk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D79543-F83E-4190-B70D-762F3224A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5191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0">
                <a:solidFill>
                  <a:srgbClr val="56616D"/>
                </a:solidFill>
                <a:latin typeface="Hiragino Sans"/>
                <a:ea typeface="Hiragino Sans"/>
                <a:cs typeface="Hiragino Sans"/>
              </a:defRPr>
            </a:pPr>
            <a:r>
              <a:rPr sz="3150" b="0">
                <a:solidFill>
                  <a:srgbClr val="56616D"/>
                </a:solidFill>
                <a:latin typeface="Hiragino Sans"/>
                <a:ea typeface="Hiragino Sans"/>
                <a:cs typeface="Hiragino Sans"/>
              </a:rPr>
              <a:t>コメント表示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94D000-627E-4677-8AE6-3B8B59926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48000"/>
            <a:ext cx="52387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737E89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0">
                <a:solidFill>
                  <a:srgbClr val="737E89"/>
                </a:solidFill>
                <a:latin typeface="Hiragino Sans"/>
                <a:ea typeface="Hiragino Sans"/>
                <a:cs typeface="Hiragino Sans"/>
              </a:rPr>
              <a:t>いつものスライドに、観客のリアクションが</a:t>
            </a:r>
          </a:p>
          <a:p xmlns:a="http://schemas.openxmlformats.org/drawingml/2006/main">
            <a:pPr>
              <a:defRPr sz="1725" b="0">
                <a:solidFill>
                  <a:srgbClr val="737E89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0">
                <a:solidFill>
                  <a:srgbClr val="737E89"/>
                </a:solidFill>
                <a:latin typeface="Hiragino Sans"/>
                <a:ea typeface="Hiragino Sans"/>
                <a:cs typeface="Hiragino Sans"/>
              </a:rPr>
              <a:t>リアルタイムで届く。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737E89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0">
                <a:solidFill>
                  <a:srgbClr val="737E89"/>
                </a:solidFill>
                <a:latin typeface="Hiragino Sans"/>
                <a:ea typeface="Hiragino Sans"/>
                <a:cs typeface="Hiragino Sans"/>
              </a:rPr>
              <a:t>コメントやスタンプで、会場が盛り上がります。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30CA29-3C37-4089-A6E2-A989AE6AD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05525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89939C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89939C"/>
                </a:solidFill>
                <a:latin typeface="Hiragino Sans"/>
                <a:ea typeface="Hiragino Sans"/>
                <a:cs typeface="Hiragino San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84626713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E5E8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4A052B-9260-4209-ADA6-BFD63DFAE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960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08A94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808A94"/>
                </a:solidFill>
                <a:latin typeface="Hiragino Sans"/>
                <a:ea typeface="Hiragino Sans"/>
                <a:cs typeface="Hiragino Sans"/>
              </a:rPr>
              <a:t>LayerTalk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8EBB45-F15C-41B4-B588-269DCD3F6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5191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0">
                <a:solidFill>
                  <a:srgbClr val="56616D"/>
                </a:solidFill>
                <a:latin typeface="Hiragino Sans"/>
                <a:ea typeface="Hiragino Sans"/>
                <a:cs typeface="Hiragino Sans"/>
              </a:defRPr>
            </a:pPr>
            <a:r>
              <a:rPr sz="3150" b="0">
                <a:solidFill>
                  <a:srgbClr val="56616D"/>
                </a:solidFill>
                <a:latin typeface="Hiragino Sans"/>
                <a:ea typeface="Hiragino Sans"/>
                <a:cs typeface="Hiragino Sans"/>
              </a:rPr>
              <a:t>質問パネル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EF291F-33C7-449E-ABB1-1C73E7B3D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48000"/>
            <a:ext cx="52387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737E89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0">
                <a:solidFill>
                  <a:srgbClr val="737E89"/>
                </a:solidFill>
                <a:latin typeface="Hiragino Sans"/>
                <a:ea typeface="Hiragino Sans"/>
                <a:cs typeface="Hiragino Sans"/>
              </a:rPr>
              <a:t>質問は流れず、パネルに残ります。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737E89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0">
                <a:solidFill>
                  <a:srgbClr val="737E89"/>
                </a:solidFill>
                <a:latin typeface="Hiragino Sans"/>
                <a:ea typeface="Hiragino Sans"/>
                <a:cs typeface="Hiragino Sans"/>
              </a:rPr>
              <a:t>発表中も見逃さず、</a:t>
            </a:r>
          </a:p>
          <a:p xmlns:a="http://schemas.openxmlformats.org/drawingml/2006/main">
            <a:pPr>
              <a:defRPr sz="1725" b="0">
                <a:solidFill>
                  <a:srgbClr val="737E89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0">
                <a:solidFill>
                  <a:srgbClr val="737E89"/>
                </a:solidFill>
                <a:latin typeface="Hiragino Sans"/>
                <a:ea typeface="Hiragino Sans"/>
                <a:cs typeface="Hiragino Sans"/>
              </a:rPr>
              <a:t>好きなタイミングで回答できます。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8696CB-BE49-4C5D-8FA9-B36A4F1BD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05525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89939C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89939C"/>
                </a:solidFill>
                <a:latin typeface="Hiragino Sans"/>
                <a:ea typeface="Hiragino Sans"/>
                <a:cs typeface="Hiragino San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43571866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E5E8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CF6201-1618-4126-9608-835B6C34E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960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08A94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808A94"/>
                </a:solidFill>
                <a:latin typeface="Hiragino Sans"/>
                <a:ea typeface="Hiragino Sans"/>
                <a:cs typeface="Hiragino Sans"/>
              </a:rPr>
              <a:t>LayerTalk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642910-256D-4516-BB50-BC67670E9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5191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0">
                <a:solidFill>
                  <a:srgbClr val="56616D"/>
                </a:solidFill>
                <a:latin typeface="Hiragino Sans"/>
                <a:ea typeface="Hiragino Sans"/>
                <a:cs typeface="Hiragino Sans"/>
              </a:defRPr>
            </a:pPr>
            <a:r>
              <a:rPr sz="3150" b="0">
                <a:solidFill>
                  <a:srgbClr val="56616D"/>
                </a:solidFill>
                <a:latin typeface="Hiragino Sans"/>
                <a:ea typeface="Hiragino Sans"/>
                <a:cs typeface="Hiragino Sans"/>
              </a:rPr>
              <a:t>参加QR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2EED72-B124-4B96-B133-C8DD5F609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48000"/>
            <a:ext cx="52387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737E89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0">
                <a:solidFill>
                  <a:srgbClr val="737E89"/>
                </a:solidFill>
                <a:latin typeface="Hiragino Sans"/>
                <a:ea typeface="Hiragino Sans"/>
                <a:cs typeface="Hiragino Sans"/>
              </a:rPr>
              <a:t>スライドに参加用のQRコードを表示。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737E89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0">
                <a:solidFill>
                  <a:srgbClr val="737E89"/>
                </a:solidFill>
                <a:latin typeface="Hiragino Sans"/>
                <a:ea typeface="Hiragino Sans"/>
                <a:cs typeface="Hiragino Sans"/>
              </a:rPr>
              <a:t>観客はスマートフォンで読み取って、</a:t>
            </a:r>
          </a:p>
          <a:p xmlns:a="http://schemas.openxmlformats.org/drawingml/2006/main">
            <a:pPr>
              <a:defRPr sz="1725" b="0">
                <a:solidFill>
                  <a:srgbClr val="737E89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0">
                <a:solidFill>
                  <a:srgbClr val="737E89"/>
                </a:solidFill>
                <a:latin typeface="Hiragino Sans"/>
                <a:ea typeface="Hiragino Sans"/>
                <a:cs typeface="Hiragino Sans"/>
              </a:rPr>
              <a:t>すぐに参加できます。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2FD222-3A4D-4B64-BE16-8698B8DA7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05525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89939C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89939C"/>
                </a:solidFill>
                <a:latin typeface="Hiragino Sans"/>
                <a:ea typeface="Hiragino Sans"/>
                <a:cs typeface="Hiragino San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41739187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E5E8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FD9687-A6E3-4523-B81E-F440A0818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960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08A94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808A94"/>
                </a:solidFill>
                <a:latin typeface="Hiragino Sans"/>
                <a:ea typeface="Hiragino Sans"/>
                <a:cs typeface="Hiragino Sans"/>
              </a:rPr>
              <a:t>LayerTalk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0CF784-83DA-4CC7-9984-352D885A7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5191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0">
                <a:solidFill>
                  <a:srgbClr val="56616D"/>
                </a:solidFill>
                <a:latin typeface="Hiragino Sans"/>
                <a:ea typeface="Hiragino Sans"/>
                <a:cs typeface="Hiragino Sans"/>
              </a:defRPr>
            </a:pPr>
            <a:r>
              <a:rPr sz="3150" b="0">
                <a:solidFill>
                  <a:srgbClr val="56616D"/>
                </a:solidFill>
                <a:latin typeface="Hiragino Sans"/>
                <a:ea typeface="Hiragino Sans"/>
                <a:cs typeface="Hiragino Sans"/>
              </a:rPr>
              <a:t>コントロール窓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96340E-BDA3-4584-9EEC-F7A5734AE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48000"/>
            <a:ext cx="52387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737E89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0">
                <a:solidFill>
                  <a:srgbClr val="737E89"/>
                </a:solidFill>
                <a:latin typeface="Hiragino Sans"/>
                <a:ea typeface="Hiragino Sans"/>
                <a:cs typeface="Hiragino Sans"/>
              </a:rPr>
              <a:t>表示するモニターの切り替えも、</a:t>
            </a:r>
          </a:p>
          <a:p xmlns:a="http://schemas.openxmlformats.org/drawingml/2006/main">
            <a:pPr>
              <a:defRPr sz="1725" b="0">
                <a:solidFill>
                  <a:srgbClr val="737E89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0">
                <a:solidFill>
                  <a:srgbClr val="737E89"/>
                </a:solidFill>
                <a:latin typeface="Hiragino Sans"/>
                <a:ea typeface="Hiragino Sans"/>
                <a:cs typeface="Hiragino Sans"/>
              </a:rPr>
              <a:t>参加URLの共有も。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737E89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0">
                <a:solidFill>
                  <a:srgbClr val="737E89"/>
                </a:solidFill>
                <a:latin typeface="Hiragino Sans"/>
                <a:ea typeface="Hiragino Sans"/>
                <a:cs typeface="Hiragino Sans"/>
              </a:rPr>
              <a:t>ひとつの窓から、かんたんに操作できます。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57793D-3776-4442-9B49-559463419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05525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89939C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89939C"/>
                </a:solidFill>
                <a:latin typeface="Hiragino Sans"/>
                <a:ea typeface="Hiragino Sans"/>
                <a:cs typeface="Hiragino San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11529449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E5E8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30ACEE-759A-4A6C-A1FD-AF94D40D8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960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08A94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808A94"/>
                </a:solidFill>
                <a:latin typeface="Hiragino Sans"/>
                <a:ea typeface="Hiragino Sans"/>
                <a:cs typeface="Hiragino Sans"/>
              </a:rPr>
              <a:t>LayerTalk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9EE065-7C1C-42CA-A874-5B41DA4AE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5191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0">
                <a:solidFill>
                  <a:srgbClr val="56616D"/>
                </a:solidFill>
                <a:latin typeface="Hiragino Sans"/>
                <a:ea typeface="Hiragino Sans"/>
                <a:cs typeface="Hiragino Sans"/>
              </a:defRPr>
            </a:pPr>
            <a:r>
              <a:rPr sz="3150" b="0">
                <a:solidFill>
                  <a:srgbClr val="56616D"/>
                </a:solidFill>
                <a:latin typeface="Hiragino Sans"/>
                <a:ea typeface="Hiragino Sans"/>
                <a:cs typeface="Hiragino Sans"/>
              </a:rPr>
              <a:t>安全管理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3F01BB-1497-4E18-B1C7-4319AD3A4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48000"/>
            <a:ext cx="52387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737E89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0">
                <a:solidFill>
                  <a:srgbClr val="737E89"/>
                </a:solidFill>
                <a:latin typeface="Hiragino Sans"/>
                <a:ea typeface="Hiragino Sans"/>
                <a:cs typeface="Hiragino Sans"/>
              </a:rPr>
              <a:t>NGワード設定、投稿の非表示、</a:t>
            </a:r>
          </a:p>
          <a:p xmlns:a="http://schemas.openxmlformats.org/drawingml/2006/main">
            <a:pPr>
              <a:defRPr sz="1725" b="0">
                <a:solidFill>
                  <a:srgbClr val="737E89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0">
                <a:solidFill>
                  <a:srgbClr val="737E89"/>
                </a:solidFill>
                <a:latin typeface="Hiragino Sans"/>
                <a:ea typeface="Hiragino Sans"/>
                <a:cs typeface="Hiragino Sans"/>
              </a:rPr>
              <a:t>参加者のブロックを無料で。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737E89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0">
                <a:solidFill>
                  <a:srgbClr val="737E89"/>
                </a:solidFill>
                <a:latin typeface="Hiragino Sans"/>
                <a:ea typeface="Hiragino Sans"/>
                <a:cs typeface="Hiragino Sans"/>
              </a:rPr>
              <a:t>不適切な投稿を防ぎ、安心して発表できます。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152784-34A8-41CD-AAFC-43FCE6F8F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05525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89939C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89939C"/>
                </a:solidFill>
                <a:latin typeface="Hiragino Sans"/>
                <a:ea typeface="Hiragino Sans"/>
                <a:cs typeface="Hiragino San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34919182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E5E8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8B11C8-BB89-4AFF-88F2-884BA5A71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960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08A94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808A94"/>
                </a:solidFill>
                <a:latin typeface="Hiragino Sans"/>
                <a:ea typeface="Hiragino Sans"/>
                <a:cs typeface="Hiragino Sans"/>
              </a:rPr>
              <a:t>LayerTalk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06F780-FA4B-45D3-8C83-7D4251A86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5191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0">
                <a:solidFill>
                  <a:srgbClr val="56616D"/>
                </a:solidFill>
                <a:latin typeface="Hiragino Sans"/>
                <a:ea typeface="Hiragino Sans"/>
                <a:cs typeface="Hiragino Sans"/>
              </a:defRPr>
            </a:pPr>
            <a:r>
              <a:rPr sz="3150" b="0">
                <a:solidFill>
                  <a:srgbClr val="56616D"/>
                </a:solidFill>
                <a:latin typeface="Hiragino Sans"/>
                <a:ea typeface="Hiragino Sans"/>
                <a:cs typeface="Hiragino Sans"/>
              </a:rPr>
              <a:t>Event Pass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7DDFC6-F89D-4B57-BBFD-BED085490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48000"/>
            <a:ext cx="52387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737E89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0">
                <a:solidFill>
                  <a:srgbClr val="737E89"/>
                </a:solidFill>
                <a:latin typeface="Hiragino Sans"/>
                <a:ea typeface="Hiragino Sans"/>
                <a:cs typeface="Hiragino Sans"/>
              </a:rPr>
              <a:t>コメントの承認制、入室パスコード、</a:t>
            </a:r>
          </a:p>
          <a:p xmlns:a="http://schemas.openxmlformats.org/drawingml/2006/main">
            <a:pPr>
              <a:defRPr sz="1725" b="0">
                <a:solidFill>
                  <a:srgbClr val="737E89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0">
                <a:solidFill>
                  <a:srgbClr val="737E89"/>
                </a:solidFill>
                <a:latin typeface="Hiragino Sans"/>
                <a:ea typeface="Hiragino Sans"/>
                <a:cs typeface="Hiragino Sans"/>
              </a:rPr>
              <a:t>発表レポート、ブランド設定を追加。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737E89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0">
                <a:solidFill>
                  <a:srgbClr val="737E89"/>
                </a:solidFill>
                <a:latin typeface="Hiragino Sans"/>
                <a:ea typeface="Hiragino Sans"/>
                <a:cs typeface="Hiragino Sans"/>
              </a:rPr>
              <a:t>購入した1ルームで7日間利用できます。</a:t>
            </a:r>
          </a:p>
          <a:p xmlns:a="http://schemas.openxmlformats.org/drawingml/2006/main">
            <a:pPr>
              <a:defRPr sz="1725" b="0">
                <a:solidFill>
                  <a:srgbClr val="737E89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0">
                <a:solidFill>
                  <a:srgbClr val="737E89"/>
                </a:solidFill>
                <a:latin typeface="Hiragino Sans"/>
                <a:ea typeface="Hiragino Sans"/>
                <a:cs typeface="Hiragino Sans"/>
              </a:rPr>
              <a:t>自動更新はありません。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E41E88-B0D2-4A6A-B3FC-DE1E27B99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05525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89939C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89939C"/>
                </a:solidFill>
                <a:latin typeface="Hiragino Sans"/>
                <a:ea typeface="Hiragino Sans"/>
                <a:cs typeface="Hiragino San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875331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2026-09-22T01:54:38.1960000Z</dcterms:created>
  <dcterms:modified xsi:type="dcterms:W3CDTF">2026-09-22T01:54:38.1960000Z</dcterms:modified>
</coreProperties>
</file>